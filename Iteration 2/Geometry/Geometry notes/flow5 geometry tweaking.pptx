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9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78D2-30C8-F92B-28E8-06C1B542B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E1144-EACE-CECB-1D65-B45034256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3B78-B8F1-A35A-281C-D85F866D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920D0-3DEF-ABFB-6FC5-1C492114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22CBB-D9CF-270F-1D16-7484EB5D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2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A64B-F23A-E5FD-5FAF-1DFAC543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28E7-BA6D-B228-C107-56DAD337C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96AFA-F44F-593E-BE43-35D56973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F31E8-212B-6581-94DC-43AE26BF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A2EB8-81A7-40A3-F303-7FE81AF1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3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B38C1-1685-5F58-01E4-4C2D277F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FB488-FC31-ED28-C008-F032EB466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FFEE7-65DD-A362-EFF8-C2E15E7C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EC520-E846-4FB2-1C0C-8CE6F865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A26F6-FD7B-0887-E20E-71656A4C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6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BCC6-DECF-6992-A7C1-1673CEA2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DD43-DA45-697D-BE4A-065F3F8FA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91359-637E-70A5-9E5D-24BDD9B17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14C88-E9A6-60F1-6B05-2A9F7316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C1D93-0FDF-4014-C03D-184D00BE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9FA3A-B609-27A3-399C-CAB4EC21F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0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3DDA1-7B4A-5049-3857-5D700805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0D8E1-4C3F-AA03-4F12-834FA8375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22297-C396-7201-15E1-4CE8A9767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97C04-9FA2-C8BE-6DC9-08817D76B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889E2-A2C3-BD17-9929-CF6B4C9F4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272DED-C655-1BBC-BF14-583A2897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3400E-D0C6-C7F6-2598-6FE8F5259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2EB0A-5E0A-FCB0-7F47-64AB30AB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7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D3796-E0AC-DCEC-B7E4-D3F82FC6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43FF3-F3C1-86A3-7BED-E54892C5D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0C94D-8DAA-BF8F-ABF1-704933E13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96A20-412B-A19A-0FE0-8811B3EF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0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1AFEA-0533-033D-3600-260A84CD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F6BF8-A928-2A05-BA0D-83DFF6B0F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04D30-FFB4-5DCF-FE04-F28A1AC2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BD64-E3ED-FFDD-AFD8-747BACE5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F2341-AD33-17E7-48B4-6BC5DCB72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2FD0C-C2B7-0702-B274-97430AE96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E13CF-644F-F870-8845-3118D80B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E9C76-839C-6AAD-ACE1-A95E6F2D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61E07-B9C5-32BD-A76E-F71EE20D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1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3DE1-9512-C7BC-4AE6-5EF28167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CFDE4-2A0D-14F5-8B9C-BF2F2F54B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5FCFB-F221-7A0B-0231-1E07BC48F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2A0EC-7744-7E07-178D-683A20B7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1E7C0-57A9-07E0-F1FF-F83AB23C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C8B0E-DCB0-750F-51DA-F87990B0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2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E85A-D0B5-AC31-C55E-92AE3180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74C77-505E-1606-3BD2-8C7A30ACC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4486E-45C2-063F-100C-EB5EE111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02F13-4749-0C7B-9E09-3C0A55BC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E6FD7-342B-6B6E-35FA-D74AF212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7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C48F7-44DF-CCA4-EEB8-71C32AD8D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F15D9-7142-0283-498C-BF64D2B1C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619C4-B4F9-8BE7-2202-C7F53F17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4FA8A-3B69-DDE1-2DA8-EB8D90E9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BD54B-40A4-FA68-D1DE-0C352F3D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9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3C3FE-781A-433D-C79F-4EDAF008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89AF5-5DC0-39F7-A8D6-A9EA48301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0967E-34AF-51C7-5C34-A6F2EFCA5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36746-2FB8-40BF-97A5-D81E5DE4843A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7B61E-4B02-8745-2B0E-331CD46D5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42F48-FFB0-9179-AEB0-7D5A30D35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40D4D-DC7F-4A1E-8CD3-5647F8306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8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9417-9AF6-A89B-1632-B5D311D11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Flow5 Stability/Performance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CB1630-1EDE-6F54-4339-88D04846A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9385-4666-3F3A-6560-8AC93AD9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70872" cy="1325563"/>
          </a:xfrm>
        </p:spPr>
        <p:txBody>
          <a:bodyPr>
            <a:normAutofit/>
          </a:bodyPr>
          <a:lstStyle/>
          <a:p>
            <a:r>
              <a:rPr lang="en-US" sz="3600" dirty="0"/>
              <a:t>6412/6412/2412/SS</a:t>
            </a:r>
            <a:br>
              <a:rPr lang="en-US" sz="3600" dirty="0"/>
            </a:br>
            <a:r>
              <a:rPr lang="en-US" sz="3600" dirty="0"/>
              <a:t>3/3/0/-5 cg: 0.1988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B4F5B-D91F-63B1-3933-142D95D52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04" y="-63260"/>
            <a:ext cx="6498882" cy="685800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1D582D-5D64-6BD9-8CA0-0C9152682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601" y="3797199"/>
            <a:ext cx="7435137" cy="29501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5F45FA-E1F4-6045-058F-358E26BB9ADE}"/>
              </a:ext>
            </a:extLst>
          </p:cNvPr>
          <p:cNvSpPr txBox="1"/>
          <p:nvPr/>
        </p:nvSpPr>
        <p:spPr>
          <a:xfrm>
            <a:off x="741714" y="1824135"/>
            <a:ext cx="3937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</a:t>
            </a:r>
          </a:p>
        </p:txBody>
      </p:sp>
    </p:spTree>
    <p:extLst>
      <p:ext uri="{BB962C8B-B14F-4D97-AF65-F5344CB8AC3E}">
        <p14:creationId xmlns:p14="http://schemas.microsoft.com/office/powerpoint/2010/main" val="259764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95301-9EB6-F29B-E86D-2B6942D4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6412/2412/SS</a:t>
            </a:r>
            <a:br>
              <a:rPr lang="en-US" dirty="0"/>
            </a:br>
            <a:r>
              <a:rPr lang="en-US" dirty="0"/>
              <a:t>0/-3/-3 cg: 0.08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F76651-5B94-2A62-04D1-89AC5A867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3451" y="0"/>
            <a:ext cx="6443289" cy="678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78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C1D8-3C46-6EC1-A20B-6B9AAC07D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6412/2412/SS</a:t>
            </a:r>
            <a:br>
              <a:rPr lang="en-US" dirty="0"/>
            </a:br>
            <a:r>
              <a:rPr lang="en-US" dirty="0"/>
              <a:t>3/0/0 cg: 0.08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0EC5-2E0E-0266-5CB7-3244D2424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7DE63-7C5A-00C8-5180-BA49C70B4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679" y="0"/>
            <a:ext cx="66281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0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E6B7-56AA-F07B-1A53-13673821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6412/6412/SS</a:t>
            </a:r>
            <a:br>
              <a:rPr lang="en-US" dirty="0"/>
            </a:br>
            <a:r>
              <a:rPr lang="en-US" dirty="0"/>
              <a:t>0/0/-8 cg: 0.08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193C-CDF2-AD8A-BDB3-02EEEB2A6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03C1A-CA85-BE0B-079E-8209C5225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76" y="0"/>
            <a:ext cx="6560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84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C982-5DB6-498F-2387-EAF4561C6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6412/6412/SS</a:t>
            </a:r>
            <a:br>
              <a:rPr lang="en-US" dirty="0"/>
            </a:br>
            <a:r>
              <a:rPr lang="en-US" dirty="0"/>
              <a:t>0/0/-8 cg: 0.12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69559-C73A-F37E-618A-B0DB48878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2FCFA8-4C13-EBC0-C5FF-8AAD1AAC0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086" y="0"/>
            <a:ext cx="6543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92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9420D-CDE8-93D9-6FB8-D80DBCC85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Thicker wing</a:t>
            </a:r>
          </a:p>
          <a:p>
            <a:r>
              <a:rPr lang="en-US" dirty="0"/>
              <a:t>AR ~ 8</a:t>
            </a:r>
          </a:p>
          <a:p>
            <a:r>
              <a:rPr lang="en-US" dirty="0"/>
              <a:t>Prev AR ~ 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4E3EF-4C56-0E32-6213-3DAD2608E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572" y="0"/>
            <a:ext cx="6562531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B8E201-ABED-3130-0D21-8B1AA1EE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6412/6412/SS</a:t>
            </a:r>
            <a:br>
              <a:rPr lang="en-US" dirty="0"/>
            </a:br>
            <a:r>
              <a:rPr lang="en-US" dirty="0"/>
              <a:t>3/3/-8 cg: 0.12</a:t>
            </a:r>
          </a:p>
        </p:txBody>
      </p:sp>
    </p:spTree>
    <p:extLst>
      <p:ext uri="{BB962C8B-B14F-4D97-AF65-F5344CB8AC3E}">
        <p14:creationId xmlns:p14="http://schemas.microsoft.com/office/powerpoint/2010/main" val="91829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83F33-EAC7-AA4F-7EC5-A3EE3CBD6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Made tips thicker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8EFC4-9B47-6CFC-27AC-DBC25C296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16" y="0"/>
            <a:ext cx="651684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20D9EE4-EA12-B247-ED93-630E6B9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6412/6412/SS</a:t>
            </a:r>
            <a:br>
              <a:rPr lang="en-US" dirty="0"/>
            </a:br>
            <a:r>
              <a:rPr lang="en-US" dirty="0"/>
              <a:t>3/3/-8 cg: 0.12</a:t>
            </a:r>
          </a:p>
        </p:txBody>
      </p:sp>
    </p:spTree>
    <p:extLst>
      <p:ext uri="{BB962C8B-B14F-4D97-AF65-F5344CB8AC3E}">
        <p14:creationId xmlns:p14="http://schemas.microsoft.com/office/powerpoint/2010/main" val="427554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E005-CA07-47B1-6D9C-70125E8C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2412/2412/SS</a:t>
            </a:r>
            <a:br>
              <a:rPr lang="en-US" dirty="0"/>
            </a:br>
            <a:r>
              <a:rPr lang="en-US" dirty="0"/>
              <a:t>3/3/-8 cg: 0.12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039C-7E3B-E04D-4DFF-798D425CF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D1298-CF56-F921-1EC1-2561F06D4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888" y="-46007"/>
            <a:ext cx="6532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5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CCCA-0461-489E-BD70-8025A016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SS3/0012/SS</a:t>
            </a:r>
            <a:br>
              <a:rPr lang="en-US" dirty="0"/>
            </a:br>
            <a:r>
              <a:rPr lang="en-US" dirty="0"/>
              <a:t>3/3/-2 cg: 0.12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BD6AD-0E5F-63DB-C9F3-BCB298FD9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07279" cy="4351338"/>
          </a:xfrm>
        </p:spPr>
        <p:txBody>
          <a:bodyPr/>
          <a:lstStyle/>
          <a:p>
            <a:r>
              <a:rPr lang="en-US" dirty="0"/>
              <a:t>SS3 is derived from 6412 with a highly reflexed trailing edge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51790-8EE2-A323-0D1C-50320CCD9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23" y="0"/>
            <a:ext cx="6566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3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95AB-2B5B-E2C0-4A7C-BB7AF9E7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SS4/6412/SS</a:t>
            </a:r>
            <a:br>
              <a:rPr lang="en-US" dirty="0"/>
            </a:br>
            <a:r>
              <a:rPr lang="en-US" dirty="0"/>
              <a:t>3/3/-2 CG: 0.12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40E7-EB95-49A4-A4A0-927485B6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0321" cy="4351338"/>
          </a:xfrm>
        </p:spPr>
        <p:txBody>
          <a:bodyPr/>
          <a:lstStyle/>
          <a:p>
            <a:r>
              <a:rPr lang="en-US" dirty="0"/>
              <a:t>SS4 is a less reflexed version of SS3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6D1A0-F5E1-EFDC-9710-B3651473A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080" y="-69011"/>
            <a:ext cx="65475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1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F23A-5C93-11E6-C8E8-F6A011C0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SS4/6412/SS</a:t>
            </a:r>
            <a:br>
              <a:rPr lang="en-US" dirty="0"/>
            </a:br>
            <a:r>
              <a:rPr lang="en-US" dirty="0"/>
              <a:t>7/5/-5 CG:0.12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A5935-148B-AE5B-677C-3A6288132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C42E8A-FF17-032F-3EF0-3D9C2D7A4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761" y="-74762"/>
            <a:ext cx="65406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D14F75-E0D6-DCD7-3037-F39676B96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" y="4327604"/>
            <a:ext cx="7380707" cy="238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5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AF67-4EF1-BF68-A80E-AF8A3BD7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SS4/6412/SS/SS</a:t>
            </a:r>
            <a:br>
              <a:rPr lang="en-US" dirty="0"/>
            </a:br>
            <a:r>
              <a:rPr lang="en-US" dirty="0"/>
              <a:t>3/0/2/-5 cg:0.12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AD933-5943-9A6D-7B95-A62CCEA1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58385" cy="4351338"/>
          </a:xfrm>
        </p:spPr>
        <p:txBody>
          <a:bodyPr/>
          <a:lstStyle/>
          <a:p>
            <a:r>
              <a:rPr lang="en-US" dirty="0"/>
              <a:t>Increased sweep to 25 degrees</a:t>
            </a:r>
          </a:p>
          <a:p>
            <a:r>
              <a:rPr lang="en-US" dirty="0"/>
              <a:t>AR ~ 8.4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E561F-2FC2-F4AE-87FE-C21CD307B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585" y="0"/>
            <a:ext cx="6464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6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8F2AC-ECA2-9C8F-24B9-DA6358561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BA7A7-C064-3C6E-9E0C-CA7C56622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416" y="0"/>
            <a:ext cx="652289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435DCBD-2CE2-FCCA-F09D-99E526FD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SS4/6412/SS</a:t>
            </a:r>
            <a:br>
              <a:rPr lang="en-US" dirty="0"/>
            </a:br>
            <a:r>
              <a:rPr lang="en-US" dirty="0"/>
              <a:t>7/5/-5 CG:0.2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6356F2-858B-7768-177B-F76F6216B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6" y="4097975"/>
            <a:ext cx="7636528" cy="26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64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9A9D0-5328-EC4F-59B8-3DA62175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16547" cy="1325563"/>
          </a:xfrm>
        </p:spPr>
        <p:txBody>
          <a:bodyPr>
            <a:normAutofit/>
          </a:bodyPr>
          <a:lstStyle/>
          <a:p>
            <a:r>
              <a:rPr lang="en-US" sz="2800" dirty="0"/>
              <a:t>6412/6412/2412/SS</a:t>
            </a:r>
            <a:br>
              <a:rPr lang="en-US" sz="2800" dirty="0"/>
            </a:br>
            <a:r>
              <a:rPr lang="en-US" sz="2800" dirty="0"/>
              <a:t>3/3/0/-5 cg: 0.2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E1D07-DE96-A085-E053-FA56F6CD5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EFC24-AAF3-9FB5-E559-80F61A769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404" y="-46008"/>
            <a:ext cx="64823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425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187</Words>
  <Application>Microsoft Office PowerPoint</Application>
  <PresentationFormat>Widescreen</PresentationFormat>
  <Paragraphs>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Flow5 Stability/Performance Testing</vt:lpstr>
      <vt:lpstr>6412/6412/2412/SS 3/3/0/-5 cg: 0.1988</vt:lpstr>
      <vt:lpstr>6412/2412/SS 0/-3/-3 cg: 0.08</vt:lpstr>
      <vt:lpstr>6412/2412/SS 3/0/0 cg: 0.08</vt:lpstr>
      <vt:lpstr>6412/6412/SS 0/0/-8 cg: 0.08</vt:lpstr>
      <vt:lpstr>6412/6412/SS 0/0/-8 cg: 0.12</vt:lpstr>
      <vt:lpstr>6412/6412/SS 3/3/-8 cg: 0.12</vt:lpstr>
      <vt:lpstr>6412/6412/SS 3/3/-8 cg: 0.12</vt:lpstr>
      <vt:lpstr>2412/2412/SS 3/3/-8 cg: 0.12</vt:lpstr>
      <vt:lpstr>SS3/0012/SS 3/3/-2 cg: 0.12</vt:lpstr>
      <vt:lpstr>SS4/6412/SS 3/3/-2 CG: 0.12</vt:lpstr>
      <vt:lpstr>SS4/6412/SS 7/5/-5 CG:0.12</vt:lpstr>
      <vt:lpstr>SS4/6412/SS/SS 3/0/2/-5 cg:0.12</vt:lpstr>
      <vt:lpstr>SS4/6412/SS 7/5/-5 CG:0.2</vt:lpstr>
      <vt:lpstr>6412/6412/2412/SS 3/3/0/-5 cg: 0.2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Naman Yadav</dc:creator>
  <cp:lastModifiedBy>Naman Yadav</cp:lastModifiedBy>
  <cp:revision>1</cp:revision>
  <dcterms:created xsi:type="dcterms:W3CDTF">2026-07-16T20:47:03Z</dcterms:created>
  <dcterms:modified xsi:type="dcterms:W3CDTF">2026-07-17T05:21:12Z</dcterms:modified>
</cp:coreProperties>
</file>